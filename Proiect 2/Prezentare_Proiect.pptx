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DE GESTIONARE PROIECTE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STUDENȚEȘTI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Prezentare Tehnică și Funcțională • Suita de Teste Automate (xUnit)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9875520" cy="2103120"/>
          </a:xfrm>
          <a:prstGeom prst="rect">
            <a:avLst/>
          </a:prstGeom>
          <a:solidFill>
            <a:srgbClr val="161E2E"/>
          </a:solidFill>
          <a:ln w="19050">
            <a:solidFill>
              <a:srgbClr val="2432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49040"/>
            <a:ext cx="98755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023360"/>
            <a:ext cx="9326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Arhitectură stabilă: ASP.NET Core &amp; Entity Framework Core (pe platforma .NET 10)</a:t>
            </a:r>
            <a:endParaRPr lang="en-US" sz="14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Securitate avansată: Autentificare Cookie securizată + hash-uire BCrypt pentru parole</a:t>
            </a:r>
            <a:endParaRPr lang="en-US" sz="14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Calitate garantată: 19 teste automate în xUnit cu bază de date SQLite în memorie (100% succes)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ARHITECTURA TEHNOLOGICĂ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modern, decuplat și performant dezvoltat pe standarde profesionale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2918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2918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MVC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C# .NET 10 &amp; ASP.NET Core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Structură stabilă de tip Model-View-Controller (MVC)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Vederi dinamice Razor cu compilare la rulare pentru fluiditate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Injecție de dependențe nativă utilizată pentru servicii și context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Validări automate pe server prin DataAnnotations aplicate pe ViewModels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2918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463040"/>
            <a:ext cx="32918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PERSISTENȚĂ &amp; 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Entity Framework Core ca ORM de mapare a bazei de date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Persistență autonomă pe SQLite (fișier local app.db rapid)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Integritate relațională strictă: chei străine, ștergeri cascade/restrict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Seeding automat de date pentru utilizatori cu parole hash-uite, proiecte implicite și note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2918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463040"/>
            <a:ext cx="32918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Cookie Authentication nativ cu mecanism de expirare sigur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Roluri multiple integrate granular: Admin, Profesor și Student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Criptare hash BCrypt (cost de criptare 11) pentru toate parolele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Protecție nativă împotriva atacurilor CSRF folosind jetoane anti-forgery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 BAZEI DE DATE (EF Core)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relațional optimizat cu legături puternice între tabele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UTILIZATORI (Users)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UserId (PK, Autoincrement) | FullName (Required, Max 150)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Email (Required, Index Unic, Max 200) | PasswordHash (BCrypt)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Role (Admin | Professor | Student) | IsActive (Boolean, Implicit true)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Relații: 1:N cu Projects, 1:N cu Comments, 1:N cu GradesGiven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371600"/>
            <a:ext cx="73152" cy="2011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PROIECTE (Projects)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ProjectId (PK) | Title (Required, Max 300) | Description (Max 2000)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FileName / FilePath (Max 1000) | FileSize (Long)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UploadDate / Deadline | Status (Submitted | UnderReview | Graded)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StudentId (FK Users, ștergere cascadă restricționată)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Relații: 1:1 cu Grade, 1:N cu Comments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73152" cy="2011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EVALUĂRI (Grades - Relație 1:1)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GradeId (PK) | Score (Zecimal [1, 10], tip: decimal(5,2))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Feedback (Text lung evaluare, Max 2000) | GradedAt / UpdatedAt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ProjectId (FK unic Projects, ștergere în cascadă la eliminarea proiectului)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ProfessorId (FK Users, rol profesor obligatoriu, ștergere restricționată)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74904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749040"/>
            <a:ext cx="73152" cy="2011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LOGS &amp; TABELE AUXILIARE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Comments: CommentId, Content (Max 2000), ProjectId (FK), AuthorId (FK)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Notifications: NotificationId, Message, IsRead, UserId (FK), ProjectId (FK)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AuditLogs: LogId, Action, Details, IpAddress, UserId (FK), CreatedAt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Asigură securitatea, istoricul acțiunilor și dialogul studenți-profesori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PANOU STUDENT &amp; FUNCȚIONALITĂȚI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Vizualizare dinamică a progresului academic și upload fișiere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DASHBOARD STUDENT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Proiecte încărcate: 2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Evaluate de profesor: 1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În evaluare curentă: 1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Media Generală: 9.50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3108960" cy="731520"/>
          </a:xfrm>
          <a:prstGeom prst="rect">
            <a:avLst/>
          </a:prstGeom>
          <a:solidFill>
            <a:srgbClr val="1A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72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Status cont: ACTIV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Notificări noi: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640080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64008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37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FLUX DE LUCRU &amp; OPTIUNI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5852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Autentificare securizată în cont cu afișarea mediei ponderate în timp real.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Încărcare proiecte (Upload) prin formular securizat: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Câmpuri: Titlu, descriere, deadline opțional și atașare fișier.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Validare server strictă (fișiere .zip, .rar, .pdf; dimensiune maximă 50MB).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Editare Proiect trimis: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Permisă doar dacă starea este "Submitted" și nu a fost deja evaluat.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Comentarii directe pe proiect: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Permite mesaje bidirecționale cu profesorul evaluator pe pagina proiectului.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Sistem de notificări: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Alertă instantanee pe clopoțelul de interfață la notare.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PANOU PROFESOR &amp; FUNCȚIONALITĂȚI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Gestiune simplă a evaluărilor academice și feedback integrat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DASHBOARD PROFESOR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Proiecte primite: 4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Proiecte evaluate: 1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În așteptare notă: 3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Proiecte arhivate: 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3108960" cy="731520"/>
          </a:xfrm>
          <a:prstGeom prst="rect">
            <a:avLst/>
          </a:prstGeom>
          <a:solidFill>
            <a:srgbClr val="1A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72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Profesor activ: 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Notificări noi: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640080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64008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37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INSTRUMENTE DE EVALUARE &amp; SORTARE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5852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Vizualizare generală centralizată a tuturor proiectelor de la studenți.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Căutare rapidă inteligentă după: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Titlu proiect, descriere sau numele studentului care a încărcat fișierul.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Sortare avansată flexibilă: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Alfabetică (după titlu sau student), după dată sau după notă (descrescător).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Notare zecimală cu validare automată: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Notele sunt salvate în intervalul zecimal [1.00, 10.00] cu feedback scris.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Descărcare fișiere securizată cu prevenirea path traversal.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Arhivare proiecte evaluate: blochează re-editarea proiectului.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PANOU ADMINISTRATOR &amp; AUDIT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deplin asupra bazei de date și trasabilitate totală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PANOU CONTROL ADMIN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Studenți activi: 3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Profesori activi: 2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Înregistrări Audit: 10+</a:t>
            </a: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endParaRPr lang="en-US" sz="13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Hash Parole: BCrypt activ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3108960" cy="731520"/>
          </a:xfrm>
          <a:prstGeom prst="rect">
            <a:avLst/>
          </a:prstGeom>
          <a:solidFill>
            <a:srgbClr val="1A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72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Nivel acces: SUPREM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Securitate: MAXIMĂ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640080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64008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37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ADMINISTRARE UTILIZATORI &amp; JURNAL AUDIT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5852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Creare de utilizatori noi cu validare email unic pe bază de date.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Activare &amp; Dezactivare conturi (suspendare sau deblocare acces pe loc).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Resetare parole utilizatori în caz de pierdere (validare minim 6 caractere).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Vizualizare Audit Logs în timp real (Interfață paginată administrativă):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Salvează acțiunea critică, detaliile, UserId, timestamp-ul și adresa IP.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 - Acțiuni logate: Login, Logout, Upload, Grade, Delete, ChangePassword.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• Ștergere definitivă a proiectelor în caz de nereguli academice.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 DE TESTE AUTOMATE (xUnit &amp; Moq)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Asigurarea stabilității și calității prin 19 teste automate create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1206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1206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ARHITECTURĂ ȘI EFICIENȚĂ TESTE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Framework testare: xUnit, recunoscut oficial pentru mediile .NET.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Izolare completă prin SQLite în memorie (SQLite In-Memory):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Creează, migrează și populează automat baza de date cu datele de seed la fiecare test în parte, lăsând fișierul fizic intact.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Simulări de servicii (Mocking) cu Moq: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Simulează cu precizie HttpContext, ClaimsPrincipal (UserId, Nume, Email, Rol), TempDataDictionary și UrlHelper.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Rulare ultrarapidă: toate cele 19 teste trec în sub 2.0 secunde.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1206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463040"/>
            <a:ext cx="51206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STRUCTURA CELOR 19 TESTE AUTOMATE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Modele (5 Teste): Proprietăți și validări User, Project, Grade, Notif.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Securitate (5 Teste): Login valid/invalid, email inexistent, ChangePassword corect/incorect pentru a garanta criptarea hash corectă.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StudentController (3 Teste): Statistici tablou bord, filtrare listă proiecte după cuvinte cheie și upload complet cu trimitere de notificări.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ProfessorController (3 Teste): Tablou bord, notare zecimală cu feedback scris și arhivare proiecte evaluate.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AdminController (3 Teste): Filtrare useri, suspendare acces și ștergere.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 ȘI VALOARE ADAUGATĂ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stabil, auditat, acoperit de teste și pregătit pentru utilizare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607040" cy="27432"/>
          </a:xfrm>
          <a:prstGeom prst="rect">
            <a:avLst/>
          </a:prstGeom>
          <a:solidFill>
            <a:srgbClr val="24324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432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06070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100584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Robustțe și Mentenabilitate: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- Proiectul beneficiază de o suită solidă de 19 teste automate în xUnit, asigurând rezistența la bug-uri de regresie pe termen lung.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Trasabilitate și Securitate a Datelor: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- Logs de Audit (AuditLogs) stochează acțiunile administrative și de cont împreună cu adresele IP, oferind trasabilitate completă.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Tehnologii de Ultimă Generație: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- Construit pe .NET 10 și Entity Framework Core, asigurând un consum redus de resurse și viteză superioară.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UI/UX Modern și Colaborativ: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- Comentariile pe proiecte și sistemul de notificări ajută la formarea unui flux de dialog fluid profesori-studenți.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Conformitate Caiet Sarcini (SRS):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- Aplicația respectă integral toate cerințele din caietul de sarcini.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2026-05-19T09:27:52Z</dcterms:created>
  <dcterms:modified xsi:type="dcterms:W3CDTF">2026-05-19T09:27:52Z</dcterms:modified>
</cp:coreProperties>
</file>